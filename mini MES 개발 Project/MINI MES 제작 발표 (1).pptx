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86c6c9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986c6c9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86c6c91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986c6c91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98713eaca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98713eaca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98713eaca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98713eaca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8713eaca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98713eaca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98713eaca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98713eaca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98713eaca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98713eaca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98713eaca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98713eaca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98713eaca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98713eaca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98713eaca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98713eaca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98713eaca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98713eaca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98713eaca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98713eaca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98713eaca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98713eaca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110375" y="1756450"/>
            <a:ext cx="6680400" cy="1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4700"/>
              <a:t>      MINI MES 제작 발표 </a:t>
            </a:r>
            <a:endParaRPr sz="47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150575" y="3062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rgbClr val="0000FF"/>
                </a:solidFill>
              </a:rPr>
              <a:t>발표자: 이민하 </a:t>
            </a:r>
            <a:endParaRPr sz="24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4294967295" type="ctrTitle"/>
          </p:nvPr>
        </p:nvSpPr>
        <p:spPr>
          <a:xfrm>
            <a:off x="3119550" y="119075"/>
            <a:ext cx="24666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기능 세부항목 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25" y="753750"/>
            <a:ext cx="8358600" cy="43425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4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idx="4294967295" type="ctrTitle"/>
          </p:nvPr>
        </p:nvSpPr>
        <p:spPr>
          <a:xfrm>
            <a:off x="2625475" y="117700"/>
            <a:ext cx="34785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DATABASE </a:t>
            </a:r>
            <a:r>
              <a:rPr lang="ko"/>
              <a:t>모델링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75" y="962550"/>
            <a:ext cx="5202165" cy="401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0925" y="962550"/>
            <a:ext cx="3237100" cy="16091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5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16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450" y="880850"/>
            <a:ext cx="4214500" cy="396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>
            <p:ph idx="4294967295" type="ctrTitle"/>
          </p:nvPr>
        </p:nvSpPr>
        <p:spPr>
          <a:xfrm>
            <a:off x="3375075" y="117700"/>
            <a:ext cx="34785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설계관리 기능</a:t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408950" y="2202100"/>
            <a:ext cx="3916500" cy="24382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08950" y="2692675"/>
            <a:ext cx="3916500" cy="24382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2" name="Google Shape;112;p16"/>
          <p:cNvCxnSpPr>
            <a:stCxn id="113" idx="0"/>
          </p:cNvCxnSpPr>
          <p:nvPr/>
        </p:nvCxnSpPr>
        <p:spPr>
          <a:xfrm rot="10800000">
            <a:off x="4380875" y="2335775"/>
            <a:ext cx="912300" cy="192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6"/>
          <p:cNvCxnSpPr>
            <a:stCxn id="113" idx="0"/>
          </p:cNvCxnSpPr>
          <p:nvPr/>
        </p:nvCxnSpPr>
        <p:spPr>
          <a:xfrm rot="10800000">
            <a:off x="4380875" y="2846975"/>
            <a:ext cx="912300" cy="14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16"/>
          <p:cNvSpPr txBox="1"/>
          <p:nvPr/>
        </p:nvSpPr>
        <p:spPr>
          <a:xfrm>
            <a:off x="4380875" y="4262675"/>
            <a:ext cx="1824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등록할 내용 기입한다.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5" name="Google Shape;115;p16"/>
          <p:cNvCxnSpPr/>
          <p:nvPr/>
        </p:nvCxnSpPr>
        <p:spPr>
          <a:xfrm rot="10800000">
            <a:off x="778850" y="4600675"/>
            <a:ext cx="613200" cy="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16"/>
          <p:cNvSpPr txBox="1"/>
          <p:nvPr/>
        </p:nvSpPr>
        <p:spPr>
          <a:xfrm>
            <a:off x="1416875" y="4392250"/>
            <a:ext cx="1824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등록 버튼 눌러 등록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56450" y="4471001"/>
            <a:ext cx="397575" cy="267300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222675" y="2859100"/>
            <a:ext cx="38691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1.  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설계가 완료되어 양산가능한 Item을 등록할수 있다.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2. 품목코드, 품목명, 기타사항 담당자 등록한다. 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9" name="Google Shape;11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2663" y="889249"/>
            <a:ext cx="3638725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5379450" y="1014550"/>
            <a:ext cx="959400" cy="888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2477375" y="212350"/>
            <a:ext cx="453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p17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7"/>
          <p:cNvSpPr txBox="1"/>
          <p:nvPr>
            <p:ph idx="4294967295" type="ctrTitle"/>
          </p:nvPr>
        </p:nvSpPr>
        <p:spPr>
          <a:xfrm>
            <a:off x="3375075" y="117700"/>
            <a:ext cx="34785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설계관리 기능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222675" y="2859100"/>
            <a:ext cx="38691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1.  item 등록이 완료되면 view를 통해서 확인 가능하다.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2. 하단 그래프로 등록된 item 타입별 개수 확인가능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3865400" y="3057100"/>
            <a:ext cx="12771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등록된 item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725" y="735606"/>
            <a:ext cx="3638726" cy="4295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2663" y="889249"/>
            <a:ext cx="3638725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5379450" y="1014550"/>
            <a:ext cx="959400" cy="888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377475" y="2700550"/>
            <a:ext cx="3478500" cy="23297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4" name="Google Shape;134;p17"/>
          <p:cNvCxnSpPr/>
          <p:nvPr/>
        </p:nvCxnSpPr>
        <p:spPr>
          <a:xfrm rot="10800000">
            <a:off x="3856000" y="2859250"/>
            <a:ext cx="131400" cy="2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17"/>
          <p:cNvSpPr/>
          <p:nvPr/>
        </p:nvSpPr>
        <p:spPr>
          <a:xfrm>
            <a:off x="306725" y="3309100"/>
            <a:ext cx="3478500" cy="1779350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6" name="Google Shape;136;p17"/>
          <p:cNvCxnSpPr/>
          <p:nvPr/>
        </p:nvCxnSpPr>
        <p:spPr>
          <a:xfrm rot="10800000">
            <a:off x="3822175" y="4286225"/>
            <a:ext cx="503400" cy="14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17"/>
          <p:cNvSpPr txBox="1"/>
          <p:nvPr/>
        </p:nvSpPr>
        <p:spPr>
          <a:xfrm>
            <a:off x="4269500" y="4237325"/>
            <a:ext cx="2069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item type 별 등록된 개수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525" y="916013"/>
            <a:ext cx="4832500" cy="2847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18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18"/>
          <p:cNvSpPr txBox="1"/>
          <p:nvPr>
            <p:ph idx="4294967295" type="ctrTitle"/>
          </p:nvPr>
        </p:nvSpPr>
        <p:spPr>
          <a:xfrm>
            <a:off x="3375075" y="117700"/>
            <a:ext cx="34785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설계관리 기능</a:t>
            </a:r>
            <a:endParaRPr/>
          </a:p>
        </p:txBody>
      </p:sp>
      <p:pic>
        <p:nvPicPr>
          <p:cNvPr id="145" name="Google Shape;14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2663" y="889249"/>
            <a:ext cx="3638725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/>
          <p:nvPr/>
        </p:nvSpPr>
        <p:spPr>
          <a:xfrm>
            <a:off x="5379450" y="1014550"/>
            <a:ext cx="959400" cy="888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7" name="Google Shape;147;p18"/>
          <p:cNvCxnSpPr/>
          <p:nvPr/>
        </p:nvCxnSpPr>
        <p:spPr>
          <a:xfrm rot="10800000">
            <a:off x="2827475" y="3248725"/>
            <a:ext cx="672300" cy="43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8"/>
          <p:cNvSpPr txBox="1"/>
          <p:nvPr/>
        </p:nvSpPr>
        <p:spPr>
          <a:xfrm>
            <a:off x="3436850" y="3617750"/>
            <a:ext cx="118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단종여부 선택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222675" y="2859100"/>
            <a:ext cx="38691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1. 단종여부를 선택하여 업데이트 가능하다. 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2. 단, 사용여부 N이 되면 입고등록이 불가하다.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0" name="Google Shape;15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875" y="4110175"/>
            <a:ext cx="4727808" cy="82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/>
          <p:nvPr/>
        </p:nvSpPr>
        <p:spPr>
          <a:xfrm>
            <a:off x="3137975" y="4698000"/>
            <a:ext cx="495500" cy="23297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Google Shape;156;p19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9"/>
          <p:cNvSpPr txBox="1"/>
          <p:nvPr>
            <p:ph idx="4294967295" type="ctrTitle"/>
          </p:nvPr>
        </p:nvSpPr>
        <p:spPr>
          <a:xfrm>
            <a:off x="3375075" y="117700"/>
            <a:ext cx="34785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자재</a:t>
            </a:r>
            <a:r>
              <a:rPr lang="ko"/>
              <a:t>관리 기능</a:t>
            </a:r>
            <a:endParaRPr/>
          </a:p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2663" y="889249"/>
            <a:ext cx="3638725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/>
          <p:nvPr/>
        </p:nvSpPr>
        <p:spPr>
          <a:xfrm>
            <a:off x="6378250" y="998800"/>
            <a:ext cx="959400" cy="888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222675" y="2859100"/>
            <a:ext cx="38691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1. 설계관리에서 등록한 item 중 입고시킬 품목 선택 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b="1" lang="ko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(단 단종된 item은 셀렉트 박스에서 선택 안됨)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2. 입고품 등록 버튼 누르면 등록된다. 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3. 입고품목, LOT 번호는 중복 등록 안된다.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725" y="822100"/>
            <a:ext cx="3452867" cy="4016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19"/>
          <p:cNvCxnSpPr/>
          <p:nvPr/>
        </p:nvCxnSpPr>
        <p:spPr>
          <a:xfrm rot="10800000">
            <a:off x="3468375" y="1887700"/>
            <a:ext cx="369600" cy="2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19"/>
          <p:cNvSpPr txBox="1"/>
          <p:nvPr/>
        </p:nvSpPr>
        <p:spPr>
          <a:xfrm>
            <a:off x="3704250" y="2037175"/>
            <a:ext cx="1281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셀렉트 박스에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Item 선택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20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0"/>
          <p:cNvSpPr txBox="1"/>
          <p:nvPr>
            <p:ph idx="4294967295" type="ctrTitle"/>
          </p:nvPr>
        </p:nvSpPr>
        <p:spPr>
          <a:xfrm>
            <a:off x="3375075" y="117700"/>
            <a:ext cx="34785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자재관리 기능</a:t>
            </a:r>
            <a:endParaRPr/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2663" y="889249"/>
            <a:ext cx="3638725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/>
          <p:nvPr/>
        </p:nvSpPr>
        <p:spPr>
          <a:xfrm>
            <a:off x="6378250" y="998800"/>
            <a:ext cx="959400" cy="888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222675" y="2859100"/>
            <a:ext cx="38691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1. 입고등록한 LOT, 품목은 view에서 확인 가능하다. 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2.  데이터 많으면 품목검색으로 원하는 품목 검색가능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3" name="Google Shape;173;p20"/>
          <p:cNvCxnSpPr/>
          <p:nvPr/>
        </p:nvCxnSpPr>
        <p:spPr>
          <a:xfrm rot="10800000">
            <a:off x="3468375" y="1887700"/>
            <a:ext cx="369600" cy="2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4" name="Google Shape;17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575" y="943550"/>
            <a:ext cx="4419600" cy="248914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/>
          <p:nvPr/>
        </p:nvSpPr>
        <p:spPr>
          <a:xfrm>
            <a:off x="359475" y="3165700"/>
            <a:ext cx="4076200" cy="176800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 rot="10800000">
            <a:off x="2406550" y="3395700"/>
            <a:ext cx="251700" cy="5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0"/>
          <p:cNvSpPr txBox="1"/>
          <p:nvPr/>
        </p:nvSpPr>
        <p:spPr>
          <a:xfrm>
            <a:off x="1848225" y="3930600"/>
            <a:ext cx="168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입고등록한 LOT, 품목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p21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1"/>
          <p:cNvSpPr txBox="1"/>
          <p:nvPr>
            <p:ph idx="4294967295" type="ctrTitle"/>
          </p:nvPr>
        </p:nvSpPr>
        <p:spPr>
          <a:xfrm>
            <a:off x="3375075" y="117700"/>
            <a:ext cx="34785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품질검사</a:t>
            </a:r>
            <a:r>
              <a:rPr lang="ko"/>
              <a:t> 기능</a:t>
            </a:r>
            <a:endParaRPr/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2663" y="889249"/>
            <a:ext cx="3638725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/>
          <p:nvPr/>
        </p:nvSpPr>
        <p:spPr>
          <a:xfrm>
            <a:off x="7424250" y="998800"/>
            <a:ext cx="959400" cy="888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5222675" y="2859100"/>
            <a:ext cx="38691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1. 불량 항목을 등록할수 있음 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  (문자열로 일일이 등록하면 소설하나 나올듯)</a:t>
            </a:r>
            <a:r>
              <a:rPr b="1" lang="ko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2.  등록이 완료되면 하단 view 확인 가능하다.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7" name="Google Shape;18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725" y="857775"/>
            <a:ext cx="3208700" cy="22739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21"/>
          <p:cNvCxnSpPr/>
          <p:nvPr/>
        </p:nvCxnSpPr>
        <p:spPr>
          <a:xfrm rot="10800000">
            <a:off x="3515425" y="2375125"/>
            <a:ext cx="4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21"/>
          <p:cNvSpPr txBox="1"/>
          <p:nvPr/>
        </p:nvSpPr>
        <p:spPr>
          <a:xfrm>
            <a:off x="3940225" y="2182675"/>
            <a:ext cx="1203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불량내용 등록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375" y="3131700"/>
            <a:ext cx="3121400" cy="194481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/>
          <p:nvPr/>
        </p:nvSpPr>
        <p:spPr>
          <a:xfrm>
            <a:off x="430250" y="4758125"/>
            <a:ext cx="2998750" cy="235950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2" name="Google Shape;192;p21"/>
          <p:cNvCxnSpPr/>
          <p:nvPr/>
        </p:nvCxnSpPr>
        <p:spPr>
          <a:xfrm rot="10800000">
            <a:off x="3439225" y="4876100"/>
            <a:ext cx="4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p21"/>
          <p:cNvSpPr txBox="1"/>
          <p:nvPr/>
        </p:nvSpPr>
        <p:spPr>
          <a:xfrm>
            <a:off x="3864025" y="4683650"/>
            <a:ext cx="1562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등록된 불량항목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325" y="3063075"/>
            <a:ext cx="4056370" cy="19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725" y="998800"/>
            <a:ext cx="3993881" cy="18112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22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2"/>
          <p:cNvSpPr txBox="1"/>
          <p:nvPr>
            <p:ph idx="4294967295" type="ctrTitle"/>
          </p:nvPr>
        </p:nvSpPr>
        <p:spPr>
          <a:xfrm>
            <a:off x="3375075" y="117700"/>
            <a:ext cx="34785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품질검사 기능</a:t>
            </a:r>
            <a:endParaRPr/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2663" y="889249"/>
            <a:ext cx="3638725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/>
          <p:nvPr/>
        </p:nvSpPr>
        <p:spPr>
          <a:xfrm>
            <a:off x="7424250" y="998800"/>
            <a:ext cx="959400" cy="888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5222675" y="2859100"/>
            <a:ext cx="38691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1. 불량 LOT_NO, 수량, 불량항목 선택 한다. 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b="1" lang="ko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(없는 불량 항목은 선택 불가하다.)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2.  등록완료하면 불량조회 view에서 확인 가능하다.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5" name="Google Shape;205;p22"/>
          <p:cNvCxnSpPr/>
          <p:nvPr/>
        </p:nvCxnSpPr>
        <p:spPr>
          <a:xfrm rot="10800000">
            <a:off x="2871675" y="2519463"/>
            <a:ext cx="503400" cy="41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2"/>
          <p:cNvSpPr txBox="1"/>
          <p:nvPr/>
        </p:nvSpPr>
        <p:spPr>
          <a:xfrm>
            <a:off x="3375075" y="2779675"/>
            <a:ext cx="1203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불량내용 </a:t>
            </a: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선택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273325" y="4795374"/>
            <a:ext cx="3993875" cy="143650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8" name="Google Shape;208;p22"/>
          <p:cNvCxnSpPr/>
          <p:nvPr/>
        </p:nvCxnSpPr>
        <p:spPr>
          <a:xfrm rot="10800000">
            <a:off x="4267200" y="4867200"/>
            <a:ext cx="4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22"/>
          <p:cNvSpPr txBox="1"/>
          <p:nvPr/>
        </p:nvSpPr>
        <p:spPr>
          <a:xfrm>
            <a:off x="4725400" y="4674750"/>
            <a:ext cx="1562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등록된 불량항목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23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 txBox="1"/>
          <p:nvPr>
            <p:ph idx="4294967295" type="ctrTitle"/>
          </p:nvPr>
        </p:nvSpPr>
        <p:spPr>
          <a:xfrm>
            <a:off x="4012100" y="117700"/>
            <a:ext cx="34785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생산실적</a:t>
            </a:r>
            <a:endParaRPr/>
          </a:p>
        </p:txBody>
      </p:sp>
      <p:pic>
        <p:nvPicPr>
          <p:cNvPr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2663" y="889249"/>
            <a:ext cx="3638725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5450225" y="1801000"/>
            <a:ext cx="959400" cy="888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5222675" y="2859100"/>
            <a:ext cx="38691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생산할 품목 선택, 생산번호, LOT번호 기입 후, 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     투입 원자재를 선택해서 생산 완료 등록 한다.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등록완료하면 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생산실적 조호 탭에서 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 view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로 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      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확인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가능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9" name="Google Shape;21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350" y="730175"/>
            <a:ext cx="4045749" cy="223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725" y="3111122"/>
            <a:ext cx="4243973" cy="195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/>
          <p:nvPr/>
        </p:nvSpPr>
        <p:spPr>
          <a:xfrm>
            <a:off x="306725" y="4921200"/>
            <a:ext cx="3993875" cy="96475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Google Shape;226;p24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4"/>
          <p:cNvSpPr txBox="1"/>
          <p:nvPr>
            <p:ph idx="4294967295" type="ctrTitle"/>
          </p:nvPr>
        </p:nvSpPr>
        <p:spPr>
          <a:xfrm>
            <a:off x="4012100" y="117700"/>
            <a:ext cx="34785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출하관리</a:t>
            </a:r>
            <a:endParaRPr/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2663" y="889249"/>
            <a:ext cx="3638725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/>
          <p:nvPr/>
        </p:nvSpPr>
        <p:spPr>
          <a:xfrm>
            <a:off x="6975975" y="1793150"/>
            <a:ext cx="959400" cy="888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5222675" y="2859100"/>
            <a:ext cx="38691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출하 LOT 선택하여 출하등록 할수있다.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    (단 출하완료된 LOT는 선택 불가하다.)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2. 출하가능  LOT은 view에서 확인이 가능 하다.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3.  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출하 등록 완료되면 출하완료 LOT 탭으로 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      항목이동되며 status 값이 SHIPPED 변경된다.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1" name="Google Shape;23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725" y="1231450"/>
            <a:ext cx="3672801" cy="1842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725" y="3253075"/>
            <a:ext cx="3672801" cy="1835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/>
          <p:nvPr/>
        </p:nvSpPr>
        <p:spPr>
          <a:xfrm flipH="1" rot="10800000">
            <a:off x="421800" y="2724500"/>
            <a:ext cx="3474800" cy="133000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3101" y="4819650"/>
            <a:ext cx="1266825" cy="323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24"/>
          <p:cNvCxnSpPr>
            <a:endCxn id="236" idx="3"/>
          </p:cNvCxnSpPr>
          <p:nvPr/>
        </p:nvCxnSpPr>
        <p:spPr>
          <a:xfrm rot="10800000">
            <a:off x="3929250" y="4552325"/>
            <a:ext cx="193800" cy="26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24"/>
          <p:cNvSpPr/>
          <p:nvPr/>
        </p:nvSpPr>
        <p:spPr>
          <a:xfrm>
            <a:off x="3580450" y="4504925"/>
            <a:ext cx="348800" cy="94800"/>
          </a:xfrm>
          <a:prstGeom prst="flowChartProcess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7" name="Google Shape;237;p24"/>
          <p:cNvCxnSpPr/>
          <p:nvPr/>
        </p:nvCxnSpPr>
        <p:spPr>
          <a:xfrm rot="10800000">
            <a:off x="3818250" y="2857500"/>
            <a:ext cx="111000" cy="14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24"/>
          <p:cNvSpPr txBox="1"/>
          <p:nvPr/>
        </p:nvSpPr>
        <p:spPr>
          <a:xfrm>
            <a:off x="3597450" y="3038550"/>
            <a:ext cx="166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출하 LOT 선택박스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p25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5"/>
          <p:cNvSpPr txBox="1"/>
          <p:nvPr>
            <p:ph idx="4294967295" type="ctrTitle"/>
          </p:nvPr>
        </p:nvSpPr>
        <p:spPr>
          <a:xfrm>
            <a:off x="4012100" y="117700"/>
            <a:ext cx="34785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출하관리</a:t>
            </a:r>
            <a:endParaRPr/>
          </a:p>
        </p:txBody>
      </p:sp>
      <p:pic>
        <p:nvPicPr>
          <p:cNvPr id="245" name="Google Shape;2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2663" y="889249"/>
            <a:ext cx="3638725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/>
          <p:nvPr/>
        </p:nvSpPr>
        <p:spPr>
          <a:xfrm>
            <a:off x="7857650" y="1793150"/>
            <a:ext cx="959400" cy="888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5222675" y="2859100"/>
            <a:ext cx="38691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1.  </a:t>
            </a: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원자재 LOT , 제품 LOT 선택하여 BOM 추적 가능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2. 아래 추적결과  view 상세 내용 확인 가능하다.</a:t>
            </a:r>
            <a:endParaRPr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725" y="1172073"/>
            <a:ext cx="4536441" cy="8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700" y="2319949"/>
            <a:ext cx="4414973" cy="106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6"/>
          <p:cNvCxnSpPr/>
          <p:nvPr/>
        </p:nvCxnSpPr>
        <p:spPr>
          <a:xfrm>
            <a:off x="306725" y="697500"/>
            <a:ext cx="85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26"/>
          <p:cNvSpPr txBox="1"/>
          <p:nvPr>
            <p:ph idx="4294967295" type="ctrTitle"/>
          </p:nvPr>
        </p:nvSpPr>
        <p:spPr>
          <a:xfrm>
            <a:off x="3522375" y="117700"/>
            <a:ext cx="34785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 </a:t>
            </a:r>
            <a:r>
              <a:rPr lang="ko"/>
              <a:t>화면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338225" y="4329125"/>
            <a:ext cx="38691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일자별 양산, 불량 지표 확인 가능하다.</a:t>
            </a:r>
            <a:endParaRPr b="1"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7" name="Google Shape;2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225" y="822100"/>
            <a:ext cx="7123228" cy="320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